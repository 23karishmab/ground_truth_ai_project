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Insight Engine — Spotify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total_tracks: 3</a:t>
            </a:r>
          </a:p>
          <a:p>
            <a:r>
              <a:t>unique_artists: 2</a:t>
            </a:r>
          </a:p>
          <a:p>
            <a:r>
              <a:t>years_covered: 2018 - 2020</a:t>
            </a:r>
          </a:p>
          <a:p>
            <a:r>
              <a:t>avg_popularity: 72.33333333333333</a:t>
            </a:r>
          </a:p>
          <a:p>
            <a:r>
              <a:t>avg_duration_min: 3.3333333333333335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Artists</a:t>
            </a:r>
          </a:p>
        </p:txBody>
      </p:sp>
      <p:pic>
        <p:nvPicPr>
          <p:cNvPr id="3" name="Picture 2" descr="top_art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Popularity Trend</a:t>
            </a:r>
          </a:p>
        </p:txBody>
      </p:sp>
      <p:pic>
        <p:nvPicPr>
          <p:cNvPr id="3" name="Picture 2" descr="populari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Corr</a:t>
            </a:r>
          </a:p>
        </p:txBody>
      </p:sp>
      <p:pic>
        <p:nvPicPr>
          <p:cNvPr id="3" name="Picture 2" descr="feature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